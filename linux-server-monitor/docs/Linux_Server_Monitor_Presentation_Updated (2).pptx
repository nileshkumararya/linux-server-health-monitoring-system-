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16"/>
  </p:notesMasterIdLst>
  <p:handoutMasterIdLst>
    <p:handoutMasterId r:id="rId17"/>
  </p:handoutMasterIdLst>
  <p:sldIdLst>
    <p:sldId id="507" r:id="rId2"/>
    <p:sldId id="1027" r:id="rId3"/>
    <p:sldId id="1012" r:id="rId4"/>
    <p:sldId id="1034" r:id="rId5"/>
    <p:sldId id="1036" r:id="rId6"/>
    <p:sldId id="1037" r:id="rId7"/>
    <p:sldId id="1026" r:id="rId8"/>
    <p:sldId id="1033" r:id="rId9"/>
    <p:sldId id="1039" r:id="rId10"/>
    <p:sldId id="1038" r:id="rId11"/>
    <p:sldId id="1044" r:id="rId12"/>
    <p:sldId id="1045" r:id="rId13"/>
    <p:sldId id="1041" r:id="rId14"/>
    <p:sldId id="1025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CA663-1309-4ECF-9CD4-C8F48ECFF935}" v="48" dt="2026-09-09T09:42:55.997"/>
    <p1510:client id="{575C8504-258C-4612-97B9-120B5DE7B0D2}" v="3" dt="2026-09-09T10:42:31.757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Selvam" userId="d6d9795e-cb7f-4ca4-909c-a1909c828893" providerId="ADAL" clId="{77D21AA8-553F-4AB2-8C7F-3DF8ADADA90D}"/>
    <pc:docChg chg="undo custSel addSld delSld modSld">
      <pc:chgData name="M Selvam" userId="d6d9795e-cb7f-4ca4-909c-a1909c828893" providerId="ADAL" clId="{77D21AA8-553F-4AB2-8C7F-3DF8ADADA90D}" dt="2026-09-09T10:44:54.063" v="359" actId="47"/>
      <pc:docMkLst>
        <pc:docMk/>
      </pc:docMkLst>
      <pc:sldChg chg="addSp delSp modSp mod">
        <pc:chgData name="M Selvam" userId="d6d9795e-cb7f-4ca4-909c-a1909c828893" providerId="ADAL" clId="{77D21AA8-553F-4AB2-8C7F-3DF8ADADA90D}" dt="2026-09-09T09:43:21.943" v="173" actId="14100"/>
        <pc:sldMkLst>
          <pc:docMk/>
          <pc:sldMk cId="0" sldId="507"/>
        </pc:sldMkLst>
        <pc:spChg chg="mod">
          <ac:chgData name="M Selvam" userId="d6d9795e-cb7f-4ca4-909c-a1909c828893" providerId="ADAL" clId="{77D21AA8-553F-4AB2-8C7F-3DF8ADADA90D}" dt="2026-09-09T09:34:27.100" v="39" actId="20577"/>
          <ac:spMkLst>
            <pc:docMk/>
            <pc:sldMk cId="0" sldId="507"/>
            <ac:spMk id="6" creationId="{90112947-B9C2-2E92-2ED4-7AE86C45CC4F}"/>
          </ac:spMkLst>
        </pc:spChg>
        <pc:picChg chg="del">
          <ac:chgData name="M Selvam" userId="d6d9795e-cb7f-4ca4-909c-a1909c828893" providerId="ADAL" clId="{77D21AA8-553F-4AB2-8C7F-3DF8ADADA90D}" dt="2026-09-09T09:33:53.660" v="3" actId="478"/>
          <ac:picMkLst>
            <pc:docMk/>
            <pc:sldMk cId="0" sldId="507"/>
            <ac:picMk id="3" creationId="{D48BC6A5-F5D8-82C0-F28F-C70BA469D2CB}"/>
          </ac:picMkLst>
        </pc:picChg>
        <pc:picChg chg="add mod">
          <ac:chgData name="M Selvam" userId="d6d9795e-cb7f-4ca4-909c-a1909c828893" providerId="ADAL" clId="{77D21AA8-553F-4AB2-8C7F-3DF8ADADA90D}" dt="2026-09-09T09:43:21.943" v="173" actId="14100"/>
          <ac:picMkLst>
            <pc:docMk/>
            <pc:sldMk cId="0" sldId="507"/>
            <ac:picMk id="4" creationId="{9D471D20-F6B2-348C-6B60-AFE0319ECD2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26.485" v="105" actId="1076"/>
        <pc:sldMkLst>
          <pc:docMk/>
          <pc:sldMk cId="2311492942" sldId="1011"/>
        </pc:sldMkLst>
        <pc:picChg chg="del">
          <ac:chgData name="M Selvam" userId="d6d9795e-cb7f-4ca4-909c-a1909c828893" providerId="ADAL" clId="{77D21AA8-553F-4AB2-8C7F-3DF8ADADA90D}" dt="2026-09-09T09:39:16.829" v="101" actId="478"/>
          <ac:picMkLst>
            <pc:docMk/>
            <pc:sldMk cId="2311492942" sldId="1011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39:26.485" v="105" actId="1076"/>
          <ac:picMkLst>
            <pc:docMk/>
            <pc:sldMk cId="2311492942" sldId="1011"/>
            <ac:picMk id="5" creationId="{E69172F0-DC24-A9DB-0F68-54E3881FD548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36.767" v="177" actId="14100"/>
        <pc:sldMkLst>
          <pc:docMk/>
          <pc:sldMk cId="3089745817" sldId="1012"/>
        </pc:sldMkLst>
        <pc:spChg chg="add del">
          <ac:chgData name="M Selvam" userId="d6d9795e-cb7f-4ca4-909c-a1909c828893" providerId="ADAL" clId="{77D21AA8-553F-4AB2-8C7F-3DF8ADADA90D}" dt="2026-09-09T09:35:25.635" v="51" actId="34307"/>
          <ac:spMkLst>
            <pc:docMk/>
            <pc:sldMk cId="3089745817" sldId="1012"/>
            <ac:spMk id="7" creationId="{3280A4A6-FE4E-5BD7-0D80-570328273E09}"/>
          </ac:spMkLst>
        </pc:spChg>
        <pc:picChg chg="add mod">
          <ac:chgData name="M Selvam" userId="d6d9795e-cb7f-4ca4-909c-a1909c828893" providerId="ADAL" clId="{77D21AA8-553F-4AB2-8C7F-3DF8ADADA90D}" dt="2026-09-09T09:43:36.767" v="177" actId="14100"/>
          <ac:picMkLst>
            <pc:docMk/>
            <pc:sldMk cId="3089745817" sldId="1012"/>
            <ac:picMk id="2" creationId="{D046E4DE-BCE0-C9B2-CDC2-1E28119D86A3}"/>
          </ac:picMkLst>
        </pc:picChg>
        <pc:picChg chg="del">
          <ac:chgData name="M Selvam" userId="d6d9795e-cb7f-4ca4-909c-a1909c828893" providerId="ADAL" clId="{77D21AA8-553F-4AB2-8C7F-3DF8ADADA90D}" dt="2026-09-09T09:35:05.819" v="47" actId="478"/>
          <ac:picMkLst>
            <pc:docMk/>
            <pc:sldMk cId="3089745817" sldId="1012"/>
            <ac:picMk id="4" creationId="{8F4E0918-9E46-2259-4003-1C1F5C38DCA1}"/>
          </ac:picMkLst>
        </pc:picChg>
        <pc:picChg chg="add del mod ord">
          <ac:chgData name="M Selvam" userId="d6d9795e-cb7f-4ca4-909c-a1909c828893" providerId="ADAL" clId="{77D21AA8-553F-4AB2-8C7F-3DF8ADADA90D}" dt="2026-09-09T09:35:25.635" v="51" actId="34307"/>
          <ac:picMkLst>
            <pc:docMk/>
            <pc:sldMk cId="3089745817" sldId="1012"/>
            <ac:picMk id="5" creationId="{E81362B5-B35C-A88A-ADEF-51E0186485C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1.958" v="179" actId="14100"/>
        <pc:sldMkLst>
          <pc:docMk/>
          <pc:sldMk cId="95257650" sldId="1013"/>
        </pc:sldMkLst>
        <pc:picChg chg="del">
          <ac:chgData name="M Selvam" userId="d6d9795e-cb7f-4ca4-909c-a1909c828893" providerId="ADAL" clId="{77D21AA8-553F-4AB2-8C7F-3DF8ADADA90D}" dt="2026-09-09T09:35:33.573" v="52" actId="478"/>
          <ac:picMkLst>
            <pc:docMk/>
            <pc:sldMk cId="95257650" sldId="1013"/>
            <ac:picMk id="4" creationId="{2DC88E58-E75E-48AB-59FF-CADAC759042E}"/>
          </ac:picMkLst>
        </pc:picChg>
        <pc:picChg chg="add mod">
          <ac:chgData name="M Selvam" userId="d6d9795e-cb7f-4ca4-909c-a1909c828893" providerId="ADAL" clId="{77D21AA8-553F-4AB2-8C7F-3DF8ADADA90D}" dt="2026-09-09T09:43:41.958" v="179" actId="14100"/>
          <ac:picMkLst>
            <pc:docMk/>
            <pc:sldMk cId="95257650" sldId="1013"/>
            <ac:picMk id="5" creationId="{271B53F3-540A-8282-CDE9-91C7F1D75BFF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6.133" v="180" actId="14100"/>
        <pc:sldMkLst>
          <pc:docMk/>
          <pc:sldMk cId="2694801863" sldId="1014"/>
        </pc:sldMkLst>
        <pc:spChg chg="mod">
          <ac:chgData name="M Selvam" userId="d6d9795e-cb7f-4ca4-909c-a1909c828893" providerId="ADAL" clId="{77D21AA8-553F-4AB2-8C7F-3DF8ADADA90D}" dt="2026-09-09T09:36:44.870" v="68" actId="14100"/>
          <ac:spMkLst>
            <pc:docMk/>
            <pc:sldMk cId="2694801863" sldId="1014"/>
            <ac:spMk id="3" creationId="{39A6E23D-A5D8-BE38-914C-4697198F055E}"/>
          </ac:spMkLst>
        </pc:spChg>
        <pc:picChg chg="del mod">
          <ac:chgData name="M Selvam" userId="d6d9795e-cb7f-4ca4-909c-a1909c828893" providerId="ADAL" clId="{77D21AA8-553F-4AB2-8C7F-3DF8ADADA90D}" dt="2026-09-09T09:36:34.406" v="65" actId="478"/>
          <ac:picMkLst>
            <pc:docMk/>
            <pc:sldMk cId="2694801863" sldId="1014"/>
            <ac:picMk id="4" creationId="{3424A7D1-392B-981E-7690-910B416284B1}"/>
          </ac:picMkLst>
        </pc:picChg>
        <pc:picChg chg="add mod">
          <ac:chgData name="M Selvam" userId="d6d9795e-cb7f-4ca4-909c-a1909c828893" providerId="ADAL" clId="{77D21AA8-553F-4AB2-8C7F-3DF8ADADA90D}" dt="2026-09-09T09:43:46.133" v="180" actId="14100"/>
          <ac:picMkLst>
            <pc:docMk/>
            <pc:sldMk cId="2694801863" sldId="1014"/>
            <ac:picMk id="5" creationId="{47D2E993-E474-0C27-DF8A-10B6A433EC16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54.806" v="182" actId="14100"/>
        <pc:sldMkLst>
          <pc:docMk/>
          <pc:sldMk cId="695185364" sldId="1015"/>
        </pc:sldMkLst>
        <pc:spChg chg="mod">
          <ac:chgData name="M Selvam" userId="d6d9795e-cb7f-4ca4-909c-a1909c828893" providerId="ADAL" clId="{77D21AA8-553F-4AB2-8C7F-3DF8ADADA90D}" dt="2026-09-09T09:37:18.323" v="74" actId="14100"/>
          <ac:spMkLst>
            <pc:docMk/>
            <pc:sldMk cId="695185364" sldId="1015"/>
            <ac:spMk id="3" creationId="{BBD3710E-1FD6-A145-E602-76470D00842A}"/>
          </ac:spMkLst>
        </pc:spChg>
        <pc:picChg chg="del">
          <ac:chgData name="M Selvam" userId="d6d9795e-cb7f-4ca4-909c-a1909c828893" providerId="ADAL" clId="{77D21AA8-553F-4AB2-8C7F-3DF8ADADA90D}" dt="2026-09-09T09:37:08.910" v="72" actId="478"/>
          <ac:picMkLst>
            <pc:docMk/>
            <pc:sldMk cId="695185364" sldId="1015"/>
            <ac:picMk id="4" creationId="{1660B1F0-D8A2-D976-9BE1-AD077549641E}"/>
          </ac:picMkLst>
        </pc:picChg>
        <pc:picChg chg="add mod">
          <ac:chgData name="M Selvam" userId="d6d9795e-cb7f-4ca4-909c-a1909c828893" providerId="ADAL" clId="{77D21AA8-553F-4AB2-8C7F-3DF8ADADA90D}" dt="2026-09-09T09:43:54.806" v="182" actId="14100"/>
          <ac:picMkLst>
            <pc:docMk/>
            <pc:sldMk cId="695185364" sldId="1015"/>
            <ac:picMk id="5" creationId="{24488C9D-2D30-3125-69F0-8049573055B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2:03.118" v="149" actId="14100"/>
        <pc:sldMkLst>
          <pc:docMk/>
          <pc:sldMk cId="3377631291" sldId="1025"/>
        </pc:sldMkLst>
        <pc:picChg chg="del">
          <ac:chgData name="M Selvam" userId="d6d9795e-cb7f-4ca4-909c-a1909c828893" providerId="ADAL" clId="{77D21AA8-553F-4AB2-8C7F-3DF8ADADA90D}" dt="2026-09-09T09:41:46.220" v="143" actId="478"/>
          <ac:picMkLst>
            <pc:docMk/>
            <pc:sldMk cId="3377631291" sldId="1025"/>
            <ac:picMk id="4" creationId="{530DEA0B-E191-D187-0E57-F98A779E2687}"/>
          </ac:picMkLst>
        </pc:picChg>
        <pc:picChg chg="add mod">
          <ac:chgData name="M Selvam" userId="d6d9795e-cb7f-4ca4-909c-a1909c828893" providerId="ADAL" clId="{77D21AA8-553F-4AB2-8C7F-3DF8ADADA90D}" dt="2026-09-09T09:42:03.118" v="149" actId="14100"/>
          <ac:picMkLst>
            <pc:docMk/>
            <pc:sldMk cId="3377631291" sldId="1025"/>
            <ac:picMk id="5" creationId="{9614CC03-5AC2-8C76-DAFE-BA60BA1CF8F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48.172" v="111" actId="1076"/>
        <pc:sldMkLst>
          <pc:docMk/>
          <pc:sldMk cId="1406624847" sldId="1026"/>
        </pc:sldMkLst>
        <pc:spChg chg="mod">
          <ac:chgData name="M Selvam" userId="d6d9795e-cb7f-4ca4-909c-a1909c828893" providerId="ADAL" clId="{77D21AA8-553F-4AB2-8C7F-3DF8ADADA90D}" dt="2026-09-09T09:39:35.588" v="107" actId="14100"/>
          <ac:spMkLst>
            <pc:docMk/>
            <pc:sldMk cId="1406624847" sldId="1026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39:29.769" v="106" actId="478"/>
          <ac:picMkLst>
            <pc:docMk/>
            <pc:sldMk cId="1406624847" sldId="1026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39:48.172" v="111" actId="1076"/>
          <ac:picMkLst>
            <pc:docMk/>
            <pc:sldMk cId="1406624847" sldId="1026"/>
            <ac:picMk id="5" creationId="{E315328B-2062-6B94-DEDE-8CFD1B404E8E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29.255" v="175" actId="1076"/>
        <pc:sldMkLst>
          <pc:docMk/>
          <pc:sldMk cId="2893977295" sldId="1027"/>
        </pc:sldMkLst>
        <pc:spChg chg="mod">
          <ac:chgData name="M Selvam" userId="d6d9795e-cb7f-4ca4-909c-a1909c828893" providerId="ADAL" clId="{77D21AA8-553F-4AB2-8C7F-3DF8ADADA90D}" dt="2026-09-09T09:36:12.511" v="63" actId="1076"/>
          <ac:spMkLst>
            <pc:docMk/>
            <pc:sldMk cId="2893977295" sldId="1027"/>
            <ac:spMk id="3" creationId="{68C7B745-FF8F-90D5-CAD4-FE7D38645D69}"/>
          </ac:spMkLst>
        </pc:spChg>
        <pc:spChg chg="add del mod">
          <ac:chgData name="M Selvam" userId="d6d9795e-cb7f-4ca4-909c-a1909c828893" providerId="ADAL" clId="{77D21AA8-553F-4AB2-8C7F-3DF8ADADA90D}" dt="2026-09-09T09:35:03.462" v="46"/>
          <ac:spMkLst>
            <pc:docMk/>
            <pc:sldMk cId="2893977295" sldId="1027"/>
            <ac:spMk id="6" creationId="{F1B3039F-7EA2-E227-9D02-F0E6BED42A64}"/>
          </ac:spMkLst>
        </pc:spChg>
        <pc:picChg chg="del">
          <ac:chgData name="M Selvam" userId="d6d9795e-cb7f-4ca4-909c-a1909c828893" providerId="ADAL" clId="{77D21AA8-553F-4AB2-8C7F-3DF8ADADA90D}" dt="2026-09-09T09:34:34.405" v="40" actId="478"/>
          <ac:picMkLst>
            <pc:docMk/>
            <pc:sldMk cId="2893977295" sldId="1027"/>
            <ac:picMk id="4" creationId="{E26EF467-3DED-5C3E-3710-75BDCDED7288}"/>
          </ac:picMkLst>
        </pc:picChg>
        <pc:picChg chg="add mod">
          <ac:chgData name="M Selvam" userId="d6d9795e-cb7f-4ca4-909c-a1909c828893" providerId="ADAL" clId="{77D21AA8-553F-4AB2-8C7F-3DF8ADADA90D}" dt="2026-09-09T09:43:29.255" v="175" actId="1076"/>
          <ac:picMkLst>
            <pc:docMk/>
            <pc:sldMk cId="2893977295" sldId="1027"/>
            <ac:picMk id="5" creationId="{81FBD98C-77FA-F4F3-D8D1-E351DADE67A3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24.793" v="188" actId="14100"/>
        <pc:sldMkLst>
          <pc:docMk/>
          <pc:sldMk cId="4197773981" sldId="1033"/>
        </pc:sldMkLst>
        <pc:picChg chg="del">
          <ac:chgData name="M Selvam" userId="d6d9795e-cb7f-4ca4-909c-a1909c828893" providerId="ADAL" clId="{77D21AA8-553F-4AB2-8C7F-3DF8ADADA90D}" dt="2026-09-09T09:39:52.545" v="112" actId="478"/>
          <ac:picMkLst>
            <pc:docMk/>
            <pc:sldMk cId="4197773981" sldId="1033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4:24.793" v="188" actId="14100"/>
          <ac:picMkLst>
            <pc:docMk/>
            <pc:sldMk cId="4197773981" sldId="1033"/>
            <ac:picMk id="5" creationId="{09455320-2D9F-FA39-6651-A4D0ED124F51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0.668" v="184" actId="14100"/>
        <pc:sldMkLst>
          <pc:docMk/>
          <pc:sldMk cId="3239980978" sldId="1034"/>
        </pc:sldMkLst>
        <pc:spChg chg="mod">
          <ac:chgData name="M Selvam" userId="d6d9795e-cb7f-4ca4-909c-a1909c828893" providerId="ADAL" clId="{77D21AA8-553F-4AB2-8C7F-3DF8ADADA90D}" dt="2026-09-09T09:37:38.069" v="79" actId="14100"/>
          <ac:spMkLst>
            <pc:docMk/>
            <pc:sldMk cId="3239980978" sldId="1034"/>
            <ac:spMk id="3" creationId="{E0A18EB9-D0B2-3DF1-D33D-B8F4D4C25F3A}"/>
          </ac:spMkLst>
        </pc:spChg>
        <pc:picChg chg="del">
          <ac:chgData name="M Selvam" userId="d6d9795e-cb7f-4ca4-909c-a1909c828893" providerId="ADAL" clId="{77D21AA8-553F-4AB2-8C7F-3DF8ADADA90D}" dt="2026-09-09T09:37:33.516" v="78" actId="478"/>
          <ac:picMkLst>
            <pc:docMk/>
            <pc:sldMk cId="3239980978" sldId="1034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44:00.668" v="184" actId="14100"/>
          <ac:picMkLst>
            <pc:docMk/>
            <pc:sldMk cId="3239980978" sldId="1034"/>
            <ac:picMk id="5" creationId="{C9FE1904-C542-AA1E-2C15-5A81417C962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06.414" v="169" actId="14100"/>
        <pc:sldMkLst>
          <pc:docMk/>
          <pc:sldMk cId="3059570066" sldId="1035"/>
        </pc:sldMkLst>
        <pc:spChg chg="mod">
          <ac:chgData name="M Selvam" userId="d6d9795e-cb7f-4ca4-909c-a1909c828893" providerId="ADAL" clId="{77D21AA8-553F-4AB2-8C7F-3DF8ADADA90D}" dt="2026-09-09T09:42:53.443" v="164" actId="14100"/>
          <ac:spMkLst>
            <pc:docMk/>
            <pc:sldMk cId="3059570066" sldId="1035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42:48.747" v="163" actId="478"/>
          <ac:picMkLst>
            <pc:docMk/>
            <pc:sldMk cId="3059570066" sldId="1035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3:06.414" v="169" actId="14100"/>
          <ac:picMkLst>
            <pc:docMk/>
            <pc:sldMk cId="3059570066" sldId="1035"/>
            <ac:picMk id="5" creationId="{EF45E307-6A9E-5159-8B35-ADF54C10968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8.883" v="186" actId="14100"/>
        <pc:sldMkLst>
          <pc:docMk/>
          <pc:sldMk cId="1532967047" sldId="1036"/>
        </pc:sldMkLst>
        <pc:picChg chg="del">
          <ac:chgData name="M Selvam" userId="d6d9795e-cb7f-4ca4-909c-a1909c828893" providerId="ADAL" clId="{77D21AA8-553F-4AB2-8C7F-3DF8ADADA90D}" dt="2026-09-09T09:38:20.900" v="86" actId="478"/>
          <ac:picMkLst>
            <pc:docMk/>
            <pc:sldMk cId="1532967047" sldId="1036"/>
            <ac:picMk id="4" creationId="{6F302A27-548C-EB9F-75AC-04869664022C}"/>
          </ac:picMkLst>
        </pc:picChg>
        <pc:picChg chg="add mod">
          <ac:chgData name="M Selvam" userId="d6d9795e-cb7f-4ca4-909c-a1909c828893" providerId="ADAL" clId="{77D21AA8-553F-4AB2-8C7F-3DF8ADADA90D}" dt="2026-09-09T09:44:08.883" v="186" actId="14100"/>
          <ac:picMkLst>
            <pc:docMk/>
            <pc:sldMk cId="1532967047" sldId="1036"/>
            <ac:picMk id="5" creationId="{8EAABE41-1A78-C313-15FA-4DAE2C1B936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13.574" v="187" actId="14100"/>
        <pc:sldMkLst>
          <pc:docMk/>
          <pc:sldMk cId="1613146428" sldId="1037"/>
        </pc:sldMkLst>
        <pc:spChg chg="add del">
          <ac:chgData name="M Selvam" userId="d6d9795e-cb7f-4ca4-909c-a1909c828893" providerId="ADAL" clId="{77D21AA8-553F-4AB2-8C7F-3DF8ADADA90D}" dt="2026-09-09T09:38:57.800" v="95"/>
          <ac:spMkLst>
            <pc:docMk/>
            <pc:sldMk cId="1613146428" sldId="1037"/>
            <ac:spMk id="2" creationId="{F5E6F616-BA4B-81FE-2F89-F371C90508B7}"/>
          </ac:spMkLst>
        </pc:spChg>
        <pc:spChg chg="mod">
          <ac:chgData name="M Selvam" userId="d6d9795e-cb7f-4ca4-909c-a1909c828893" providerId="ADAL" clId="{77D21AA8-553F-4AB2-8C7F-3DF8ADADA90D}" dt="2026-09-09T09:38:52.884" v="93" actId="14100"/>
          <ac:spMkLst>
            <pc:docMk/>
            <pc:sldMk cId="1613146428" sldId="1037"/>
            <ac:spMk id="3" creationId="{DF291E41-CF58-74B2-9E5F-75768CDC9158}"/>
          </ac:spMkLst>
        </pc:spChg>
        <pc:picChg chg="del mod">
          <ac:chgData name="M Selvam" userId="d6d9795e-cb7f-4ca4-909c-a1909c828893" providerId="ADAL" clId="{77D21AA8-553F-4AB2-8C7F-3DF8ADADA90D}" dt="2026-09-09T09:38:47.894" v="92" actId="478"/>
          <ac:picMkLst>
            <pc:docMk/>
            <pc:sldMk cId="1613146428" sldId="1037"/>
            <ac:picMk id="4" creationId="{C22FD9CF-9FEC-A241-0CC4-FD113EF594D4}"/>
          </ac:picMkLst>
        </pc:picChg>
        <pc:picChg chg="add mod">
          <ac:chgData name="M Selvam" userId="d6d9795e-cb7f-4ca4-909c-a1909c828893" providerId="ADAL" clId="{77D21AA8-553F-4AB2-8C7F-3DF8ADADA90D}" dt="2026-09-09T09:38:57.800" v="95"/>
          <ac:picMkLst>
            <pc:docMk/>
            <pc:sldMk cId="1613146428" sldId="1037"/>
            <ac:picMk id="5" creationId="{BB8AD62B-6EA9-E005-B618-9B63878987AA}"/>
          </ac:picMkLst>
        </pc:picChg>
        <pc:picChg chg="add mod">
          <ac:chgData name="M Selvam" userId="d6d9795e-cb7f-4ca4-909c-a1909c828893" providerId="ADAL" clId="{77D21AA8-553F-4AB2-8C7F-3DF8ADADA90D}" dt="2026-09-09T09:44:13.574" v="187" actId="14100"/>
          <ac:picMkLst>
            <pc:docMk/>
            <pc:sldMk cId="1613146428" sldId="1037"/>
            <ac:picMk id="6" creationId="{4321D194-BF7A-AFFD-A853-AAA15D97525B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0:22.150" v="122" actId="1076"/>
        <pc:sldMkLst>
          <pc:docMk/>
          <pc:sldMk cId="2661305800" sldId="1038"/>
        </pc:sldMkLst>
        <pc:picChg chg="del">
          <ac:chgData name="M Selvam" userId="d6d9795e-cb7f-4ca4-909c-a1909c828893" providerId="ADAL" clId="{77D21AA8-553F-4AB2-8C7F-3DF8ADADA90D}" dt="2026-09-09T09:40:10.567" v="118" actId="478"/>
          <ac:picMkLst>
            <pc:docMk/>
            <pc:sldMk cId="2661305800" sldId="1038"/>
            <ac:picMk id="4" creationId="{C5D421F7-34F6-B423-BD32-6AFD7732491C}"/>
          </ac:picMkLst>
        </pc:picChg>
        <pc:picChg chg="add mod">
          <ac:chgData name="M Selvam" userId="d6d9795e-cb7f-4ca4-909c-a1909c828893" providerId="ADAL" clId="{77D21AA8-553F-4AB2-8C7F-3DF8ADADA90D}" dt="2026-09-09T09:40:22.150" v="122" actId="1076"/>
          <ac:picMkLst>
            <pc:docMk/>
            <pc:sldMk cId="2661305800" sldId="1038"/>
            <ac:picMk id="5" creationId="{69E31CD9-0893-71CD-A52F-CE13AF034AA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00.577" v="129" actId="1076"/>
        <pc:sldMkLst>
          <pc:docMk/>
          <pc:sldMk cId="3151414207" sldId="1039"/>
        </pc:sldMkLst>
        <pc:spChg chg="mod">
          <ac:chgData name="M Selvam" userId="d6d9795e-cb7f-4ca4-909c-a1909c828893" providerId="ADAL" clId="{77D21AA8-553F-4AB2-8C7F-3DF8ADADA90D}" dt="2026-09-09T09:40:49.037" v="124" actId="14100"/>
          <ac:spMkLst>
            <pc:docMk/>
            <pc:sldMk cId="3151414207" sldId="1039"/>
            <ac:spMk id="3" creationId="{ED121F08-AD64-6706-BBF1-E99AD8E172AB}"/>
          </ac:spMkLst>
        </pc:spChg>
        <pc:picChg chg="del">
          <ac:chgData name="M Selvam" userId="d6d9795e-cb7f-4ca4-909c-a1909c828893" providerId="ADAL" clId="{77D21AA8-553F-4AB2-8C7F-3DF8ADADA90D}" dt="2026-09-09T09:40:40.759" v="123" actId="478"/>
          <ac:picMkLst>
            <pc:docMk/>
            <pc:sldMk cId="3151414207" sldId="1039"/>
            <ac:picMk id="4" creationId="{4B688A92-D094-DFA8-C37F-55F638A100ED}"/>
          </ac:picMkLst>
        </pc:picChg>
        <pc:picChg chg="add mod">
          <ac:chgData name="M Selvam" userId="d6d9795e-cb7f-4ca4-909c-a1909c828893" providerId="ADAL" clId="{77D21AA8-553F-4AB2-8C7F-3DF8ADADA90D}" dt="2026-09-09T09:41:00.577" v="129" actId="1076"/>
          <ac:picMkLst>
            <pc:docMk/>
            <pc:sldMk cId="3151414207" sldId="1039"/>
            <ac:picMk id="5" creationId="{5E41F741-6C92-DBA8-8287-DCADD1E7CA3D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21.724" v="136" actId="14100"/>
        <pc:sldMkLst>
          <pc:docMk/>
          <pc:sldMk cId="3424103010" sldId="1040"/>
        </pc:sldMkLst>
        <pc:picChg chg="del">
          <ac:chgData name="M Selvam" userId="d6d9795e-cb7f-4ca4-909c-a1909c828893" providerId="ADAL" clId="{77D21AA8-553F-4AB2-8C7F-3DF8ADADA90D}" dt="2026-09-09T09:41:05.040" v="130" actId="478"/>
          <ac:picMkLst>
            <pc:docMk/>
            <pc:sldMk cId="3424103010" sldId="1040"/>
            <ac:picMk id="4" creationId="{C4D81696-053B-0369-CCCB-94A69D7BFF89}"/>
          </ac:picMkLst>
        </pc:picChg>
        <pc:picChg chg="add mod">
          <ac:chgData name="M Selvam" userId="d6d9795e-cb7f-4ca4-909c-a1909c828893" providerId="ADAL" clId="{77D21AA8-553F-4AB2-8C7F-3DF8ADADA90D}" dt="2026-09-09T09:41:21.724" v="136" actId="14100"/>
          <ac:picMkLst>
            <pc:docMk/>
            <pc:sldMk cId="3424103010" sldId="1040"/>
            <ac:picMk id="5" creationId="{34E27D2C-6F90-7DF9-AB19-4F214FE76D09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3:17.269" v="278" actId="20577"/>
        <pc:sldMkLst>
          <pc:docMk/>
          <pc:sldMk cId="4207118935" sldId="1041"/>
        </pc:sldMkLst>
        <pc:spChg chg="mod">
          <ac:chgData name="M Selvam" userId="d6d9795e-cb7f-4ca4-909c-a1909c828893" providerId="ADAL" clId="{77D21AA8-553F-4AB2-8C7F-3DF8ADADA90D}" dt="2026-09-09T10:43:17.269" v="278" actId="20577"/>
          <ac:spMkLst>
            <pc:docMk/>
            <pc:sldMk cId="4207118935" sldId="1041"/>
            <ac:spMk id="3" creationId="{69625804-55EE-9262-0513-B15AAAE3703A}"/>
          </ac:spMkLst>
        </pc:spChg>
        <pc:picChg chg="del">
          <ac:chgData name="M Selvam" userId="d6d9795e-cb7f-4ca4-909c-a1909c828893" providerId="ADAL" clId="{77D21AA8-553F-4AB2-8C7F-3DF8ADADA90D}" dt="2026-09-09T09:41:28.323" v="137" actId="478"/>
          <ac:picMkLst>
            <pc:docMk/>
            <pc:sldMk cId="4207118935" sldId="1041"/>
            <ac:picMk id="4" creationId="{C41EDFA5-D4F7-CF5E-05CA-F1D090EE9A81}"/>
          </ac:picMkLst>
        </pc:picChg>
        <pc:picChg chg="add mod">
          <ac:chgData name="M Selvam" userId="d6d9795e-cb7f-4ca4-909c-a1909c828893" providerId="ADAL" clId="{77D21AA8-553F-4AB2-8C7F-3DF8ADADA90D}" dt="2026-09-09T09:41:41.475" v="142" actId="14100"/>
          <ac:picMkLst>
            <pc:docMk/>
            <pc:sldMk cId="4207118935" sldId="1041"/>
            <ac:picMk id="5" creationId="{81A1E605-EF66-503F-9EFE-62349AAAD9CE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26.372" v="334" actId="20577"/>
        <pc:sldMkLst>
          <pc:docMk/>
          <pc:sldMk cId="3059336372" sldId="1042"/>
        </pc:sldMkLst>
        <pc:spChg chg="mod">
          <ac:chgData name="M Selvam" userId="d6d9795e-cb7f-4ca4-909c-a1909c828893" providerId="ADAL" clId="{77D21AA8-553F-4AB2-8C7F-3DF8ADADA90D}" dt="2026-09-09T10:44:26.372" v="334" actId="20577"/>
          <ac:spMkLst>
            <pc:docMk/>
            <pc:sldMk cId="3059336372" sldId="1042"/>
            <ac:spMk id="3" creationId="{D11D1431-CBB1-2E8B-9D61-C266D7E354F4}"/>
          </ac:spMkLst>
        </pc:spChg>
        <pc:picChg chg="del">
          <ac:chgData name="M Selvam" userId="d6d9795e-cb7f-4ca4-909c-a1909c828893" providerId="ADAL" clId="{77D21AA8-553F-4AB2-8C7F-3DF8ADADA90D}" dt="2026-09-09T09:42:08.347" v="150" actId="478"/>
          <ac:picMkLst>
            <pc:docMk/>
            <pc:sldMk cId="3059336372" sldId="1042"/>
            <ac:picMk id="4" creationId="{B7BACBCA-7175-4B4F-1E27-85287EF57161}"/>
          </ac:picMkLst>
        </pc:picChg>
        <pc:picChg chg="add mod">
          <ac:chgData name="M Selvam" userId="d6d9795e-cb7f-4ca4-909c-a1909c828893" providerId="ADAL" clId="{77D21AA8-553F-4AB2-8C7F-3DF8ADADA90D}" dt="2026-09-09T09:42:19.030" v="154" actId="1076"/>
          <ac:picMkLst>
            <pc:docMk/>
            <pc:sldMk cId="3059336372" sldId="1042"/>
            <ac:picMk id="5" creationId="{EC9D29C0-805E-09D5-FBBC-105D2D7A27FA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44.818" v="358" actId="20577"/>
        <pc:sldMkLst>
          <pc:docMk/>
          <pc:sldMk cId="2649194420" sldId="1043"/>
        </pc:sldMkLst>
        <pc:spChg chg="mod">
          <ac:chgData name="M Selvam" userId="d6d9795e-cb7f-4ca4-909c-a1909c828893" providerId="ADAL" clId="{77D21AA8-553F-4AB2-8C7F-3DF8ADADA90D}" dt="2026-09-09T10:44:44.818" v="358" actId="20577"/>
          <ac:spMkLst>
            <pc:docMk/>
            <pc:sldMk cId="2649194420" sldId="1043"/>
            <ac:spMk id="3" creationId="{BFD1F075-A6AF-DC0E-0383-CB3781E97989}"/>
          </ac:spMkLst>
        </pc:spChg>
        <pc:picChg chg="del">
          <ac:chgData name="M Selvam" userId="d6d9795e-cb7f-4ca4-909c-a1909c828893" providerId="ADAL" clId="{77D21AA8-553F-4AB2-8C7F-3DF8ADADA90D}" dt="2026-09-09T09:42:22.604" v="155" actId="478"/>
          <ac:picMkLst>
            <pc:docMk/>
            <pc:sldMk cId="2649194420" sldId="1043"/>
            <ac:picMk id="4" creationId="{18FD9FB3-6EC2-DEB2-9BE4-5349E73E5C4A}"/>
          </ac:picMkLst>
        </pc:picChg>
        <pc:picChg chg="add mod">
          <ac:chgData name="M Selvam" userId="d6d9795e-cb7f-4ca4-909c-a1909c828893" providerId="ADAL" clId="{77D21AA8-553F-4AB2-8C7F-3DF8ADADA90D}" dt="2026-09-09T09:42:42.897" v="162" actId="14100"/>
          <ac:picMkLst>
            <pc:docMk/>
            <pc:sldMk cId="2649194420" sldId="1043"/>
            <ac:picMk id="5" creationId="{CD3C8A54-DB36-4EFB-9F5E-BC062E18F093}"/>
          </ac:picMkLst>
        </pc:picChg>
      </pc:sldChg>
      <pc:sldChg chg="modSp add mod">
        <pc:chgData name="M Selvam" userId="d6d9795e-cb7f-4ca4-909c-a1909c828893" providerId="ADAL" clId="{77D21AA8-553F-4AB2-8C7F-3DF8ADADA90D}" dt="2026-09-09T10:42:46.846" v="218" actId="20577"/>
        <pc:sldMkLst>
          <pc:docMk/>
          <pc:sldMk cId="2150593120" sldId="1044"/>
        </pc:sldMkLst>
        <pc:spChg chg="mod">
          <ac:chgData name="M Selvam" userId="d6d9795e-cb7f-4ca4-909c-a1909c828893" providerId="ADAL" clId="{77D21AA8-553F-4AB2-8C7F-3DF8ADADA90D}" dt="2026-09-09T10:42:46.846" v="218" actId="20577"/>
          <ac:spMkLst>
            <pc:docMk/>
            <pc:sldMk cId="2150593120" sldId="1044"/>
            <ac:spMk id="3" creationId="{A32D421F-1615-2669-0698-211111DAE13D}"/>
          </ac:spMkLst>
        </pc:spChg>
      </pc:sldChg>
      <pc:sldChg chg="modSp add mod">
        <pc:chgData name="M Selvam" userId="d6d9795e-cb7f-4ca4-909c-a1909c828893" providerId="ADAL" clId="{77D21AA8-553F-4AB2-8C7F-3DF8ADADA90D}" dt="2026-09-09T10:43:04.298" v="256" actId="20577"/>
        <pc:sldMkLst>
          <pc:docMk/>
          <pc:sldMk cId="3967463539" sldId="1045"/>
        </pc:sldMkLst>
        <pc:spChg chg="mod">
          <ac:chgData name="M Selvam" userId="d6d9795e-cb7f-4ca4-909c-a1909c828893" providerId="ADAL" clId="{77D21AA8-553F-4AB2-8C7F-3DF8ADADA90D}" dt="2026-09-09T10:43:04.298" v="256" actId="20577"/>
          <ac:spMkLst>
            <pc:docMk/>
            <pc:sldMk cId="3967463539" sldId="1045"/>
            <ac:spMk id="3" creationId="{64961CD4-3E10-98EF-AD19-1669748F6FCB}"/>
          </ac:spMkLst>
        </pc:spChg>
      </pc:sldChg>
      <pc:sldChg chg="add del">
        <pc:chgData name="M Selvam" userId="d6d9795e-cb7f-4ca4-909c-a1909c828893" providerId="ADAL" clId="{77D21AA8-553F-4AB2-8C7F-3DF8ADADA90D}" dt="2026-09-09T10:44:54.063" v="359" actId="47"/>
        <pc:sldMkLst>
          <pc:docMk/>
          <pc:sldMk cId="2190406105" sldId="10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808" y="1913534"/>
            <a:ext cx="8534400" cy="455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defRPr/>
            </a:pPr>
            <a:r>
              <a:rPr lang="en-IN" dirty="0">
                <a:latin typeface="Times New Roman"/>
                <a:cs typeface="Times New Roman"/>
              </a:rPr>
              <a:t>Team Members: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>
              <a:defRPr/>
            </a:pPr>
            <a:r>
              <a:rPr lang="en-IN" sz="2800" dirty="0">
                <a:latin typeface="Times New Roman"/>
                <a:cs typeface="Times New Roman"/>
              </a:rPr>
              <a:t>1. Shivam Yadav – 2411021061438</a:t>
            </a:r>
          </a:p>
          <a:p>
            <a:pPr marL="457200" algn="just">
              <a:defRPr/>
            </a:pPr>
            <a:r>
              <a:rPr lang="en-IN" sz="2800" dirty="0">
                <a:latin typeface="Times New Roman"/>
                <a:cs typeface="Times New Roman"/>
              </a:rPr>
              <a:t>2. Arya Nileshkumar Manoj – 2411021061473</a:t>
            </a:r>
          </a:p>
          <a:p>
            <a:pPr marL="457200" algn="just">
              <a:defRPr/>
            </a:pPr>
            <a:r>
              <a:rPr lang="en-IN" sz="2800" dirty="0">
                <a:latin typeface="Times New Roman"/>
                <a:cs typeface="Times New Roman"/>
              </a:rPr>
              <a:t>3. Shrikrushna Pramod Bhise – 2411021061163</a:t>
            </a:r>
          </a:p>
          <a:p>
            <a:pPr lvl="1" algn="just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IN" dirty="0">
                <a:latin typeface="Times New Roman"/>
                <a:cs typeface="Times New Roman"/>
              </a:rPr>
              <a:t>Name of the Mentor: Prof. Kusuma J</a:t>
            </a:r>
            <a:endParaRPr lang="en-IN" sz="3200" dirty="0">
              <a:latin typeface="Times New Roman"/>
              <a:cs typeface="Times New Roman"/>
            </a:endParaRPr>
          </a:p>
          <a:p>
            <a:r>
              <a:rPr lang="en-US" dirty="0"/>
              <a:t>Linux System Administration (E1ITA307)</a:t>
            </a:r>
            <a:endParaRPr lang="en-IN" dirty="0"/>
          </a:p>
          <a:p>
            <a:endParaRPr lang="en-IN" dirty="0"/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1234008" y="784718"/>
            <a:ext cx="9800000" cy="7491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defRPr/>
            </a:pPr>
            <a:r>
              <a:rPr lang="en-IN" b="1" dirty="0">
                <a:latin typeface="Times New Roman"/>
                <a:cs typeface="Times New Roman"/>
              </a:rPr>
              <a:t>Linux Server Health Monitoring &amp; Alert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Proposed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 and Objectives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Experimentation, Results and Discussion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82" y="171803"/>
            <a:ext cx="6180944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5"/>
            <a:ext cx="10972800" cy="5320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IN" sz="2600" dirty="0">
                <a:latin typeface="Times New Roman"/>
                <a:cs typeface="Times New Roman"/>
              </a:rPr>
              <a:t>Servers need regular health checks of CPU, RAM, disk, logged-in users and running processes. On Linux each check needs a different command (top, free, df, ps, who).</a:t>
            </a:r>
          </a:p>
          <a:p>
            <a:pPr>
              <a:spcAft>
                <a:spcPts val="600"/>
              </a:spcAft>
            </a:pPr>
            <a:r>
              <a:rPr lang="en-IN" sz="2600" dirty="0">
                <a:latin typeface="Times New Roman"/>
                <a:cs typeface="Times New Roman"/>
              </a:rPr>
              <a:t>Beginners have to remember many commands and often notice a problem only after the system has slowed down or failed.</a:t>
            </a:r>
          </a:p>
          <a:p>
            <a:pPr>
              <a:spcAft>
                <a:spcPts val="600"/>
              </a:spcAft>
            </a:pPr>
            <a:r>
              <a:rPr lang="en-IN" sz="2600" dirty="0">
                <a:latin typeface="Times New Roman"/>
                <a:cs typeface="Times New Roman"/>
              </a:rPr>
              <a:t>This project provides two interfaces for Ubuntu: a menu-driven Bash terminal tool and a Flask web dashboard. Both collect the readings in one place, compare them with user-set thresholds and show clear OK / WARNING alerts.</a:t>
            </a:r>
          </a:p>
          <a:p>
            <a:pPr>
              <a:spcAft>
                <a:spcPts val="600"/>
              </a:spcAft>
            </a:pPr>
            <a:r>
              <a:rPr lang="en-IN" sz="2600" dirty="0">
                <a:latin typeface="Times New Roman"/>
                <a:cs typeface="Times New Roman"/>
              </a:rPr>
              <a:t>Every check can be saved as a timestamped report and an activity log, and cron can run the checks on a schedule. The tools are read-only and need no sudo.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IN" sz="2300" b="1" dirty="0">
                <a:latin typeface="Times New Roman"/>
                <a:cs typeface="Times New Roman"/>
              </a:rPr>
              <a:t>Problem: </a:t>
            </a:r>
            <a:r>
              <a:rPr lang="en-IN" sz="2300" dirty="0">
                <a:latin typeface="Times New Roman"/>
                <a:cs typeface="Times New Roman"/>
              </a:rPr>
              <a:t>Checking a Linux server means running and remembering many separate commands. There is no automatic alert and no record of what was checked.</a:t>
            </a:r>
          </a:p>
          <a:p>
            <a:pPr>
              <a:spcAft>
                <a:spcPts val="600"/>
              </a:spcAft>
            </a:pPr>
            <a:r>
              <a:rPr lang="en-IN" sz="2300" dirty="0">
                <a:latin typeface="Times New Roman"/>
                <a:cs typeface="Times New Roman"/>
              </a:rPr>
              <a:t>Beginners often see high CPU, RAM or disk usage only after the server slows down.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2300" b="1" dirty="0">
                <a:latin typeface="Times New Roman"/>
                <a:cs typeface="Times New Roman"/>
              </a:rPr>
              <a:t>In scope</a:t>
            </a:r>
          </a:p>
          <a:p>
            <a:pPr lvl="1">
              <a:spcAft>
                <a:spcPts val="600"/>
              </a:spcAft>
            </a:pPr>
            <a:r>
              <a:rPr lang="en-IN" sz="2300" dirty="0">
                <a:latin typeface="Times New Roman"/>
                <a:cs typeface="Times New Roman"/>
              </a:rPr>
              <a:t>CPU, RAM, disk, uptime, logged-in users, top processes and systemd service status of the local Ubuntu machine.</a:t>
            </a:r>
          </a:p>
          <a:p>
            <a:pPr lvl="1">
              <a:spcAft>
                <a:spcPts val="600"/>
              </a:spcAft>
            </a:pPr>
            <a:r>
              <a:rPr lang="en-IN" sz="2300" dirty="0">
                <a:latin typeface="Times New Roman"/>
                <a:cs typeface="Times New Roman"/>
              </a:rPr>
              <a:t>Alerts against configurable thresholds; timestamped reports and an activity log; a terminal tool and a 7-tab web dashboard.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2300" b="1" dirty="0">
                <a:latin typeface="Times New Roman"/>
                <a:cs typeface="Times New Roman"/>
              </a:rPr>
              <a:t>Out of scope</a:t>
            </a:r>
          </a:p>
          <a:p>
            <a:pPr lvl="1">
              <a:spcAft>
                <a:spcPts val="600"/>
              </a:spcAft>
            </a:pPr>
            <a:r>
              <a:rPr lang="en-IN" sz="2300" dirty="0">
                <a:latin typeface="Times New Roman"/>
                <a:cs typeface="Times New Roman"/>
              </a:rPr>
              <a:t>Monitoring remote servers, and changing the system in any way (no kill, restart or sudo).</a:t>
            </a:r>
          </a:p>
          <a:p>
            <a:pPr lvl="1">
              <a:spcAft>
                <a:spcPts val="600"/>
              </a:spcAft>
            </a:pPr>
            <a:r>
              <a:rPr lang="en-IN" sz="2300" dirty="0">
                <a:latin typeface="Times New Roman"/>
                <a:cs typeface="Times New Roman"/>
              </a:rPr>
              <a:t>Long-term history and e-mail / SMS alerts: the tools show current readings (cron can repeat checks and save reports).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IN" sz="2300" b="1" dirty="0">
                <a:latin typeface="Times New Roman"/>
                <a:cs typeface="Times New Roman"/>
              </a:rPr>
              <a:t>Terminal tool, server_monitor.sh: </a:t>
            </a:r>
            <a:r>
              <a:rPr lang="en-IN" sz="2300" dirty="0">
                <a:latin typeface="Times New Roman"/>
                <a:cs typeface="Times New Roman"/>
              </a:rPr>
              <a:t>an 11-option numbered menu (summary, CPU, memory, disk, uptime / users / processes, service check, thresholds, alerts, report, logs, exit). The options --check and --report run it from cron.</a:t>
            </a:r>
          </a:p>
          <a:p>
            <a:pPr>
              <a:spcAft>
                <a:spcPts val="600"/>
              </a:spcAft>
            </a:pPr>
            <a:r>
              <a:rPr lang="en-IN" sz="2300" b="1" dirty="0">
                <a:latin typeface="Times New Roman"/>
                <a:cs typeface="Times New Roman"/>
              </a:rPr>
              <a:t>Real readings: </a:t>
            </a:r>
            <a:r>
              <a:rPr lang="en-IN" sz="2300" dirty="0">
                <a:latin typeface="Times New Roman"/>
                <a:cs typeface="Times New Roman"/>
              </a:rPr>
              <a:t>/proc/stat (CPU), /proc/meminfo (RAM), df (disk), ps, who, uptime and systemctl.</a:t>
            </a:r>
          </a:p>
          <a:p>
            <a:pPr>
              <a:spcAft>
                <a:spcPts val="600"/>
              </a:spcAft>
            </a:pPr>
            <a:r>
              <a:rPr lang="en-IN" sz="2300" b="1" dirty="0">
                <a:latin typeface="Times New Roman"/>
                <a:cs typeface="Times New Roman"/>
              </a:rPr>
              <a:t>Alert rule: </a:t>
            </a:r>
            <a:r>
              <a:rPr lang="en-IN" sz="2300" dirty="0">
                <a:latin typeface="Times New Roman"/>
                <a:cs typeface="Times New Roman"/>
              </a:rPr>
              <a:t>usage ≥ threshold gives WARNING, below gives OK, and a value that cannot be read gives UNAVAILABLE. Default thresholds are 80 % for CPU, RAM and Disk and can be changed from the menu.</a:t>
            </a:r>
          </a:p>
          <a:p>
            <a:pPr>
              <a:spcAft>
                <a:spcPts val="600"/>
              </a:spcAft>
            </a:pPr>
            <a:r>
              <a:rPr lang="en-IN" sz="2300" b="1" dirty="0">
                <a:latin typeface="Times New Roman"/>
                <a:cs typeface="Times New Roman"/>
              </a:rPr>
              <a:t>Saved output: </a:t>
            </a:r>
            <a:r>
              <a:rPr lang="en-IN" sz="2300" dirty="0">
                <a:latin typeface="Times New Roman"/>
                <a:cs typeface="Times New Roman"/>
              </a:rPr>
              <a:t>reports, the activity log and config.conf live in one data/ folder shared by both tools.</a:t>
            </a:r>
          </a:p>
          <a:p>
            <a:pPr>
              <a:spcAft>
                <a:spcPts val="600"/>
              </a:spcAft>
            </a:pPr>
            <a:r>
              <a:rPr lang="en-IN" sz="2300" b="1" dirty="0">
                <a:latin typeface="Times New Roman"/>
                <a:cs typeface="Times New Roman"/>
              </a:rPr>
              <a:t>Web dashboard: </a:t>
            </a:r>
            <a:r>
              <a:rPr lang="en-IN" sz="2300" dirty="0">
                <a:latin typeface="Times New Roman"/>
                <a:cs typeface="Times New Roman"/>
              </a:rPr>
              <a:t>Flask app web/app.py with 7 tabs (dashboard, processes, network, service check, thresholds, reports, logs). Gauges refresh every 3 seconds; it listens on localhost by default.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IN" sz="2600" dirty="0">
                <a:latin typeface="Times New Roman"/>
                <a:cs typeface="Times New Roman"/>
              </a:rPr>
              <a:t>Read CPU usage from two /proc/stat samples taken 1 second apart</a:t>
            </a:r>
          </a:p>
          <a:p>
            <a:pPr>
              <a:spcAft>
                <a:spcPts val="600"/>
              </a:spcAft>
            </a:pPr>
            <a:r>
              <a:rPr lang="en-IN" sz="2600" dirty="0">
                <a:latin typeface="Times New Roman"/>
                <a:cs typeface="Times New Roman"/>
              </a:rPr>
              <a:t>Read RAM total, used, available and percentage from /proc/meminfo</a:t>
            </a:r>
          </a:p>
          <a:p>
            <a:pPr>
              <a:spcAft>
                <a:spcPts val="600"/>
              </a:spcAft>
            </a:pPr>
            <a:r>
              <a:rPr lang="en-IN" sz="2600" dirty="0">
                <a:latin typeface="Times New Roman"/>
                <a:cs typeface="Times New Roman"/>
              </a:rPr>
              <a:t>Read disk usage (filesystem, mount point, Use %) from df</a:t>
            </a:r>
          </a:p>
          <a:p>
            <a:pPr>
              <a:spcAft>
                <a:spcPts val="600"/>
              </a:spcAft>
            </a:pPr>
            <a:r>
              <a:rPr lang="en-IN" sz="2600" dirty="0">
                <a:latin typeface="Times New Roman"/>
                <a:cs typeface="Times New Roman"/>
              </a:rPr>
              <a:t>Show uptime, logged-in users and the top 10 processes by CPU</a:t>
            </a:r>
          </a:p>
          <a:p>
            <a:pPr>
              <a:spcAft>
                <a:spcPts val="600"/>
              </a:spcAft>
            </a:pPr>
            <a:r>
              <a:rPr lang="en-IN" sz="2600" dirty="0">
                <a:latin typeface="Times New Roman"/>
                <a:cs typeface="Times New Roman"/>
              </a:rPr>
              <a:t>Check the status of a systemd service using a validated name</a:t>
            </a:r>
          </a:p>
          <a:p>
            <a:pPr>
              <a:spcAft>
                <a:spcPts val="600"/>
              </a:spcAft>
            </a:pPr>
            <a:r>
              <a:rPr lang="en-IN" sz="2600" dirty="0">
                <a:latin typeface="Times New Roman"/>
                <a:cs typeface="Times New Roman"/>
              </a:rPr>
              <a:t>Raise OK / WARNING alerts against thresholds the user can configure</a:t>
            </a:r>
          </a:p>
          <a:p>
            <a:pPr>
              <a:spcAft>
                <a:spcPts val="600"/>
              </a:spcAft>
            </a:pPr>
            <a:r>
              <a:rPr lang="en-IN" sz="2600" dirty="0">
                <a:latin typeface="Times New Roman"/>
                <a:cs typeface="Times New Roman"/>
              </a:rPr>
              <a:t>Save timestamped reports and an activity log; run checks from cron</a:t>
            </a:r>
          </a:p>
          <a:p>
            <a:pPr>
              <a:spcAft>
                <a:spcPts val="600"/>
              </a:spcAft>
            </a:pPr>
            <a:r>
              <a:rPr lang="en-IN" sz="2600" dirty="0">
                <a:latin typeface="Times New Roman"/>
                <a:cs typeface="Times New Roman"/>
              </a:rPr>
              <a:t>Provide a 7-tab web dashboard with live gauges, processes, network, thresholds, reports and logs</a:t>
            </a:r>
          </a:p>
          <a:p>
            <a:pPr>
              <a:spcAft>
                <a:spcPts val="600"/>
              </a:spcAft>
            </a:pPr>
            <a:r>
              <a:rPr lang="en-IN" sz="2600" dirty="0">
                <a:latin typeface="Times New Roman"/>
                <a:cs typeface="Times New Roman"/>
              </a:rPr>
              <a:t>Stay safe: read-only, validated input, no sudo, no eval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 /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IN" sz="2800" dirty="0">
                <a:latin typeface="Times New Roman"/>
                <a:cs typeface="Times New Roman"/>
              </a:rPr>
              <a:t>A PC or laptop that can run Ubuntu Linux: a physical machine or a VirtualBox virtual machine</a:t>
            </a:r>
          </a:p>
          <a:p>
            <a:pPr>
              <a:spcAft>
                <a:spcPts val="600"/>
              </a:spcAft>
            </a:pPr>
            <a:r>
              <a:rPr lang="en-IN" sz="2800" dirty="0">
                <a:latin typeface="Times New Roman"/>
                <a:cs typeface="Times New Roman"/>
              </a:rPr>
              <a:t>Keyboard and display for terminal access</a:t>
            </a:r>
          </a:p>
          <a:p>
            <a:pPr>
              <a:spcAft>
                <a:spcPts val="600"/>
              </a:spcAft>
            </a:pPr>
            <a:r>
              <a:rPr lang="en-IN" sz="2800" dirty="0">
                <a:latin typeface="Times New Roman"/>
                <a:cs typeface="Times New Roman"/>
              </a:rPr>
              <a:t>No special hardware, sensors or network equipment are needed</a:t>
            </a:r>
          </a:p>
          <a:p>
            <a:pPr>
              <a:spcAft>
                <a:spcPts val="600"/>
              </a:spcAft>
            </a:pPr>
            <a:r>
              <a:rPr lang="en-IN" sz="2800" dirty="0">
                <a:latin typeface="Times New Roman"/>
                <a:cs typeface="Times New Roman"/>
              </a:rPr>
              <a:t>A web browser to view the dashboard: on the same machine, or on another computer on a trusted network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94294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5328B-2062-6B94-DEDE-8CFD1B404E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184" y="151141"/>
            <a:ext cx="3179997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IN" sz="2600" b="1" dirty="0">
                <a:latin typeface="Times New Roman"/>
                <a:cs typeface="Times New Roman"/>
              </a:rPr>
              <a:t>Operating system: </a:t>
            </a:r>
            <a:r>
              <a:rPr lang="en-IN" sz="2600" dirty="0">
                <a:latin typeface="Times New Roman"/>
                <a:cs typeface="Times New Roman"/>
              </a:rPr>
              <a:t>Ubuntu Linux (pre-checked on Ubuntu 24.04)</a:t>
            </a:r>
          </a:p>
          <a:p>
            <a:pPr>
              <a:spcAft>
                <a:spcPts val="600"/>
              </a:spcAft>
            </a:pPr>
            <a:r>
              <a:rPr lang="en-IN" sz="2600" b="1" dirty="0">
                <a:latin typeface="Times New Roman"/>
                <a:cs typeface="Times New Roman"/>
              </a:rPr>
              <a:t>Languages: </a:t>
            </a:r>
            <a:r>
              <a:rPr lang="en-IN" sz="2600" dirty="0">
                <a:latin typeface="Times New Roman"/>
                <a:cs typeface="Times New Roman"/>
              </a:rPr>
              <a:t>Bash 4+ (terminal tool) and Python 3 (web dashboard)</a:t>
            </a:r>
          </a:p>
          <a:p>
            <a:pPr>
              <a:spcAft>
                <a:spcPts val="600"/>
              </a:spcAft>
            </a:pPr>
            <a:r>
              <a:rPr lang="en-IN" sz="2600" b="1" dirty="0">
                <a:latin typeface="Times New Roman"/>
                <a:cs typeface="Times New Roman"/>
              </a:rPr>
              <a:t>Stored files (no database): </a:t>
            </a:r>
            <a:r>
              <a:rPr lang="en-IN" sz="2600" dirty="0">
                <a:latin typeface="Times New Roman"/>
                <a:cs typeface="Times New Roman"/>
              </a:rPr>
              <a:t>data/config.conf, data/logs/app.log, data/reports/report_*.txt</a:t>
            </a:r>
          </a:p>
          <a:p>
            <a:pPr>
              <a:spcAft>
                <a:spcPts val="600"/>
              </a:spcAft>
            </a:pPr>
            <a:r>
              <a:rPr lang="en-IN" sz="2600" b="1" dirty="0">
                <a:latin typeface="Times New Roman"/>
                <a:cs typeface="Times New Roman"/>
              </a:rPr>
              <a:t>Web dashboard: </a:t>
            </a:r>
            <a:r>
              <a:rPr lang="en-IN" sz="2600" dirty="0">
                <a:latin typeface="Times New Roman"/>
                <a:cs typeface="Times New Roman"/>
              </a:rPr>
              <a:t>Flask (pip3 install -r requirements.txt) and any modern browser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9A16D7-8892-69C5-8E3F-CA899A02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IN" sz="2400" b="1" dirty="0">
                <a:latin typeface="Times New Roman"/>
                <a:cs typeface="Times New Roman"/>
              </a:rPr>
              <a:t>1. Menu Controller and Input Validation: </a:t>
            </a:r>
            <a:r>
              <a:rPr lang="en-IN" sz="2400" dirty="0">
                <a:latin typeface="Times New Roman"/>
                <a:cs typeface="Times New Roman"/>
              </a:rPr>
              <a:t>shows the 11-option menu and rejects invalid, empty or unsafe input.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IN" sz="2400" b="1" dirty="0">
                <a:latin typeface="Times New Roman"/>
                <a:cs typeface="Times New Roman"/>
              </a:rPr>
              <a:t>2. Metrics Collector: </a:t>
            </a:r>
            <a:r>
              <a:rPr lang="en-IN" sz="2400" dirty="0">
                <a:latin typeface="Times New Roman"/>
                <a:cs typeface="Times New Roman"/>
              </a:rPr>
              <a:t>reads CPU, RAM and disk, </a:t>
            </a:r>
            <a:r>
              <a:rPr lang="en-IN" sz="2400">
                <a:latin typeface="Times New Roman"/>
                <a:cs typeface="Times New Roman"/>
              </a:rPr>
              <a:t>plus uptime and </a:t>
            </a:r>
            <a:r>
              <a:rPr lang="en-IN" sz="2400" dirty="0">
                <a:latin typeface="Times New Roman"/>
                <a:cs typeface="Times New Roman"/>
              </a:rPr>
              <a:t>top processes.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IN" sz="2400" b="1" dirty="0">
                <a:latin typeface="Times New Roman"/>
                <a:cs typeface="Times New Roman"/>
              </a:rPr>
              <a:t>3. Threshold and Alert Engine: </a:t>
            </a:r>
            <a:r>
              <a:rPr lang="en-IN" sz="2400" dirty="0">
                <a:latin typeface="Times New Roman"/>
                <a:cs typeface="Times New Roman"/>
              </a:rPr>
              <a:t>keeps thresholds in config.conf and prints OK / WARNING / UNAVAILABLE.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IN" sz="2400" b="1" dirty="0">
                <a:latin typeface="Times New Roman"/>
                <a:cs typeface="Times New Roman"/>
              </a:rPr>
              <a:t>4. Service Check: </a:t>
            </a:r>
            <a:r>
              <a:rPr lang="en-IN" sz="2400" dirty="0">
                <a:latin typeface="Times New Roman"/>
                <a:cs typeface="Times New Roman"/>
              </a:rPr>
              <a:t>reports the systemd status of a service after validating its name.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IN" sz="2400" b="1" dirty="0">
                <a:latin typeface="Times New Roman"/>
                <a:cs typeface="Times New Roman"/>
              </a:rPr>
              <a:t>5. Reports and Logs: </a:t>
            </a:r>
            <a:r>
              <a:rPr lang="en-IN" sz="2400" dirty="0">
                <a:latin typeface="Times New Roman"/>
                <a:cs typeface="Times New Roman"/>
              </a:rPr>
              <a:t>saves timestamped reports (menu 9, --report from cron, Reports tab) and writes every action to the activity log.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IN" sz="2400" b="1" dirty="0">
                <a:latin typeface="Times New Roman"/>
                <a:cs typeface="Times New Roman"/>
              </a:rPr>
              <a:t>6. Web Dashboard and API: </a:t>
            </a:r>
            <a:r>
              <a:rPr lang="en-IN" sz="2400" dirty="0">
                <a:latin typeface="Times New Roman"/>
                <a:cs typeface="Times New Roman"/>
              </a:rPr>
              <a:t>Flask app with 7 tabs, a JSON API and a background sampler that measures CPU once per second.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244589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1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6396C8-E2F5-DB41-7F32-97AA6CD89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2750000"/>
            <a:ext cx="10034105" cy="1000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IN" sz="1800" b="1" dirty="0">
                <a:latin typeface="Times New Roman"/>
                <a:cs typeface="Times New Roman"/>
              </a:rPr>
              <a:t>Data sources: </a:t>
            </a:r>
            <a:r>
              <a:rPr lang="en-IN" sz="1800" dirty="0">
                <a:latin typeface="Times New Roman"/>
                <a:cs typeface="Times New Roman"/>
              </a:rPr>
              <a:t>/proc/stat, /proc/meminfo, df, ps, who, uptime, systemctl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IN" sz="1800" b="1" dirty="0">
                <a:latin typeface="Times New Roman"/>
                <a:cs typeface="Times New Roman"/>
              </a:rPr>
              <a:t>Local storage: </a:t>
            </a:r>
            <a:r>
              <a:rPr lang="en-IN" sz="1800" dirty="0">
                <a:latin typeface="Times New Roman"/>
                <a:cs typeface="Times New Roman"/>
              </a:rPr>
              <a:t>data/config.conf  |  data/logs/app.log  |  data/reports/report_*.txt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sp>
        <p:nvSpPr>
          <p:cNvPr id="101" name="Flow box 101"/>
          <p:cNvSpPr/>
          <p:nvPr/>
        </p:nvSpPr>
        <p:spPr>
          <a:xfrm>
            <a:off x="800000" y="1200000"/>
            <a:ext cx="1750000" cy="13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I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Menu / Web</a:t>
            </a:r>
          </a:p>
          <a:p>
            <a:pPr algn="ctr">
              <a:buNone/>
            </a:pPr>
            <a:r>
              <a:rPr lang="en-IN" sz="1500" dirty="0">
                <a:solidFill>
                  <a:srgbClr val="000000"/>
                </a:solidFill>
                <a:latin typeface="Times New Roman"/>
                <a:cs typeface="Times New Roman"/>
              </a:rPr>
              <a:t>terminal choice or browser request</a:t>
            </a:r>
          </a:p>
        </p:txBody>
      </p:sp>
      <p:sp>
        <p:nvSpPr>
          <p:cNvPr id="102" name="Arrow 102"/>
          <p:cNvSpPr/>
          <p:nvPr/>
        </p:nvSpPr>
        <p:spPr>
          <a:xfrm>
            <a:off x="2610000" y="1745000"/>
            <a:ext cx="330000" cy="260000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3" name="Flow box 103"/>
          <p:cNvSpPr/>
          <p:nvPr/>
        </p:nvSpPr>
        <p:spPr>
          <a:xfrm>
            <a:off x="3000000" y="1200000"/>
            <a:ext cx="1750000" cy="13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I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Validate</a:t>
            </a:r>
          </a:p>
          <a:p>
            <a:pPr algn="ctr">
              <a:buNone/>
            </a:pPr>
            <a:r>
              <a:rPr lang="en-IN" sz="1500" dirty="0">
                <a:solidFill>
                  <a:srgbClr val="000000"/>
                </a:solidFill>
                <a:latin typeface="Times New Roman"/>
                <a:cs typeface="Times New Roman"/>
              </a:rPr>
              <a:t>menu number, threshold, service name</a:t>
            </a:r>
          </a:p>
        </p:txBody>
      </p:sp>
      <p:sp>
        <p:nvSpPr>
          <p:cNvPr id="104" name="Arrow 104"/>
          <p:cNvSpPr/>
          <p:nvPr/>
        </p:nvSpPr>
        <p:spPr>
          <a:xfrm>
            <a:off x="4810000" y="1745000"/>
            <a:ext cx="330000" cy="260000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5" name="Flow box 105"/>
          <p:cNvSpPr/>
          <p:nvPr/>
        </p:nvSpPr>
        <p:spPr>
          <a:xfrm>
            <a:off x="5200000" y="1200000"/>
            <a:ext cx="1750000" cy="13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I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Collect</a:t>
            </a:r>
          </a:p>
          <a:p>
            <a:pPr algn="ctr">
              <a:buNone/>
            </a:pPr>
            <a:r>
              <a:rPr lang="en-IN" sz="1500" dirty="0">
                <a:solidFill>
                  <a:srgbClr val="000000"/>
                </a:solidFill>
                <a:latin typeface="Times New Roman"/>
                <a:cs typeface="Times New Roman"/>
              </a:rPr>
              <a:t>CPU, RAM, disk, users, processes</a:t>
            </a:r>
          </a:p>
        </p:txBody>
      </p:sp>
      <p:sp>
        <p:nvSpPr>
          <p:cNvPr id="106" name="Arrow 106"/>
          <p:cNvSpPr/>
          <p:nvPr/>
        </p:nvSpPr>
        <p:spPr>
          <a:xfrm>
            <a:off x="7010000" y="1745000"/>
            <a:ext cx="330000" cy="260000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7" name="Flow box 107"/>
          <p:cNvSpPr/>
          <p:nvPr/>
        </p:nvSpPr>
        <p:spPr>
          <a:xfrm>
            <a:off x="7400000" y="1200000"/>
            <a:ext cx="1750000" cy="13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I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Alert Engine</a:t>
            </a:r>
          </a:p>
          <a:p>
            <a:pPr algn="ctr">
              <a:buNone/>
            </a:pPr>
            <a:r>
              <a:rPr lang="en-IN" sz="1500" dirty="0">
                <a:solidFill>
                  <a:srgbClr val="000000"/>
                </a:solidFill>
                <a:latin typeface="Times New Roman"/>
                <a:cs typeface="Times New Roman"/>
              </a:rPr>
              <a:t>value vs threshold</a:t>
            </a:r>
          </a:p>
        </p:txBody>
      </p:sp>
      <p:sp>
        <p:nvSpPr>
          <p:cNvPr id="108" name="Arrow 108"/>
          <p:cNvSpPr/>
          <p:nvPr/>
        </p:nvSpPr>
        <p:spPr>
          <a:xfrm>
            <a:off x="9210000" y="1745000"/>
            <a:ext cx="330000" cy="260000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9" name="Flow box 109"/>
          <p:cNvSpPr/>
          <p:nvPr/>
        </p:nvSpPr>
        <p:spPr>
          <a:xfrm>
            <a:off x="9600000" y="1200000"/>
            <a:ext cx="1750000" cy="13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I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Report + Log</a:t>
            </a:r>
          </a:p>
          <a:p>
            <a:pPr algn="ctr">
              <a:buNone/>
            </a:pPr>
            <a:r>
              <a:rPr lang="en-IN" sz="1500" dirty="0">
                <a:solidFill>
                  <a:srgbClr val="000000"/>
                </a:solidFill>
                <a:latin typeface="Times New Roman"/>
                <a:cs typeface="Times New Roman"/>
              </a:rPr>
              <a:t>text files in data/</a:t>
            </a:r>
          </a:p>
        </p:txBody>
      </p:sp>
      <p:pic>
        <p:nvPicPr>
          <p:cNvPr id="110" name="Terminal menu" descr="Main menu of the terminal tool showing the 11 op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854" y="3900000"/>
            <a:ext cx="3736020" cy="2399999"/>
          </a:xfrm>
          <a:prstGeom prst="rect">
            <a:avLst/>
          </a:prstGeom>
        </p:spPr>
      </p:pic>
      <p:pic>
        <p:nvPicPr>
          <p:cNvPr id="111" name="Web dashboard" descr="Main view of the web dashbo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634" y="3900000"/>
            <a:ext cx="4426512" cy="23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8223-842F-E06E-5A4A-6B7EEA7E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53325-B3C0-3BBC-88F7-6BC29154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6300000" cy="520181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IN" sz="2000" b="1" dirty="0">
                <a:latin typeface="Times New Roman"/>
                <a:cs typeface="Times New Roman"/>
              </a:rPr>
              <a:t>Readings: </a:t>
            </a:r>
            <a:r>
              <a:rPr lang="en-IN" sz="2000" dirty="0">
                <a:latin typeface="Times New Roman"/>
                <a:cs typeface="Times New Roman"/>
              </a:rPr>
              <a:t>menus 2, 3 and 4 are compared with top, free -m and df -h / in a second terminal.</a:t>
            </a:r>
          </a:p>
          <a:p>
            <a:pPr>
              <a:spcAft>
                <a:spcPts val="600"/>
              </a:spcAft>
            </a:pPr>
            <a:r>
              <a:rPr lang="en-IN" sz="2000" b="1" dirty="0">
                <a:latin typeface="Times New Roman"/>
                <a:cs typeface="Times New Roman"/>
              </a:rPr>
              <a:t>Alerts: </a:t>
            </a:r>
            <a:r>
              <a:rPr lang="en-IN" sz="2000" dirty="0">
                <a:latin typeface="Times New Roman"/>
                <a:cs typeface="Times New Roman"/>
              </a:rPr>
              <a:t>thresholds set to 1 should give WARNING; set to 100 should give OK.</a:t>
            </a:r>
          </a:p>
          <a:p>
            <a:pPr>
              <a:spcAft>
                <a:spcPts val="600"/>
              </a:spcAft>
            </a:pPr>
            <a:r>
              <a:rPr lang="en-IN" sz="2000" b="1" dirty="0">
                <a:latin typeface="Times New Roman"/>
                <a:cs typeface="Times New Roman"/>
              </a:rPr>
              <a:t>Bad input: </a:t>
            </a:r>
            <a:r>
              <a:rPr lang="en-IN" sz="2000" dirty="0">
                <a:latin typeface="Times New Roman"/>
                <a:cs typeface="Times New Roman"/>
              </a:rPr>
              <a:t>0, 101, abc and empty thresholds must be rejected and the old value kept.</a:t>
            </a:r>
          </a:p>
          <a:p>
            <a:pPr>
              <a:spcAft>
                <a:spcPts val="600"/>
              </a:spcAft>
            </a:pPr>
            <a:r>
              <a:rPr lang="en-IN" sz="2000" b="1" dirty="0">
                <a:latin typeface="Times New Roman"/>
                <a:cs typeface="Times New Roman"/>
              </a:rPr>
              <a:t>Service check: </a:t>
            </a:r>
            <a:r>
              <a:rPr lang="en-IN" sz="2000" dirty="0">
                <a:latin typeface="Times New Roman"/>
                <a:cs typeface="Times New Roman"/>
              </a:rPr>
              <a:t>a real service such as ssh, and an invalid name.</a:t>
            </a:r>
          </a:p>
          <a:p>
            <a:pPr>
              <a:spcAft>
                <a:spcPts val="600"/>
              </a:spcAft>
            </a:pPr>
            <a:r>
              <a:rPr lang="en-IN" sz="2000" b="1" dirty="0">
                <a:latin typeface="Times New Roman"/>
                <a:cs typeface="Times New Roman"/>
              </a:rPr>
              <a:t>Reports and logs: </a:t>
            </a:r>
            <a:r>
              <a:rPr lang="en-IN" sz="2000" dirty="0">
                <a:latin typeface="Times New Roman"/>
                <a:cs typeface="Times New Roman"/>
              </a:rPr>
              <a:t>menus 9 and 10 save and open a report and the log.</a:t>
            </a:r>
          </a:p>
          <a:p>
            <a:pPr>
              <a:spcAft>
                <a:spcPts val="600"/>
              </a:spcAft>
            </a:pPr>
            <a:r>
              <a:rPr lang="en-IN" sz="2000" b="1" dirty="0">
                <a:latin typeface="Times New Roman"/>
                <a:cs typeface="Times New Roman"/>
              </a:rPr>
              <a:t>Web dashboard: </a:t>
            </a:r>
            <a:r>
              <a:rPr lang="en-IN" sz="2000" dirty="0">
                <a:latin typeface="Times New Roman"/>
                <a:cs typeface="Times New Roman"/>
              </a:rPr>
              <a:t>every tab used in a Chromium browser (36 checks) plus 28 unit tests in web/test_app.py.</a:t>
            </a:r>
          </a:p>
          <a:p>
            <a:pPr>
              <a:spcAft>
                <a:spcPts val="600"/>
              </a:spcAft>
            </a:pPr>
            <a:r>
              <a:rPr lang="en-IN" sz="2000" b="1" dirty="0">
                <a:latin typeface="Times New Roman"/>
                <a:cs typeface="Times New Roman"/>
              </a:rPr>
              <a:t>Test sheet: </a:t>
            </a:r>
            <a:r>
              <a:rPr lang="en-IN" sz="2000" dirty="0">
                <a:latin typeface="Times New Roman"/>
                <a:cs typeface="Times New Roman"/>
              </a:rPr>
              <a:t>TEST_CHECKLIST.md has 76 test cases in 10 sections (A to J).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2D421F-1615-2669-0698-211111DA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60FC0-D47B-5ADE-2B68-D06E7335D2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  <p:pic>
        <p:nvPicPr>
          <p:cNvPr id="6" name="Readings compared" descr="server_monitor.sh readings next to top, free -m and df -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000" y="1300887"/>
            <a:ext cx="4300000" cy="449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9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23EDA-4E6D-78BF-B031-6B8E6D61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0FB39F-7422-D5C9-C864-CC423629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6300000" cy="520181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IN" sz="2000" b="1" dirty="0">
                <a:latin typeface="Times New Roman"/>
                <a:cs typeface="Times New Roman"/>
              </a:rPr>
              <a:t>Developer pre-check </a:t>
            </a:r>
            <a:r>
              <a:rPr lang="en-IN" sz="2000" dirty="0">
                <a:latin typeface="Times New Roman"/>
                <a:cs typeface="Times New Roman"/>
              </a:rPr>
              <a:t>(Ubuntu 24.04 sandbox, 76 tests): 58 done, 9 partial, 9 not run because they need a real VM with systemd or an interactive terminal.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latin typeface="Times New Roman"/>
                <a:cs typeface="Times New Roman"/>
              </a:rPr>
              <a:t>RAM matched free -m and disk Use % matched df in the pre-check.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latin typeface="Times New Roman"/>
                <a:cs typeface="Times New Roman"/>
              </a:rPr>
              <a:t>The alert rule works at the boundary: a CPU reading of 1.0 % against a threshold of 1 % gave WARNING.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latin typeface="Times New Roman"/>
                <a:cs typeface="Times New Roman"/>
              </a:rPr>
              <a:t>Testing found three real bugs, now fixed: a crash on a bad report name, a stopped service shown as unknown, and a 129-character service name accepted.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latin typeface="Times New Roman"/>
                <a:cs typeface="Times New Roman"/>
              </a:rPr>
              <a:t>Web dashboard: 28 unit tests and 36 browser checks passed; /api/metrics answers in about 4 ms (513 ms before optimisation).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latin typeface="Times New Roman"/>
                <a:cs typeface="Times New Roman"/>
              </a:rPr>
              <a:t>Discussion: CPU is a 1-second sample, so it can differ slightly from top.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961CD4-3E10-98EF-AD19-1669748F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CADDA-D9E2-36EA-E944-564BB95DF6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  <p:pic>
        <p:nvPicPr>
          <p:cNvPr id="114" name="Terminal alerts" descr="Terminal tool menu 8 showing WARNING for CPU, RAM and Dis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000" y="1501133"/>
            <a:ext cx="4300000" cy="1697734"/>
          </a:xfrm>
          <a:prstGeom prst="rect">
            <a:avLst/>
          </a:prstGeom>
        </p:spPr>
      </p:pic>
      <p:pic>
        <p:nvPicPr>
          <p:cNvPr id="115" name="Dashboard alert" descr="Web dashboard alert card showing WARNING for Dis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095" y="3700000"/>
            <a:ext cx="3723809" cy="2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6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IN" sz="2300" b="1" dirty="0">
                <a:latin typeface="Times New Roman"/>
                <a:cs typeface="Times New Roman"/>
              </a:rPr>
              <a:t>Conclusion</a:t>
            </a:r>
          </a:p>
          <a:p>
            <a:pPr lvl="1">
              <a:spcAft>
                <a:spcPts val="600"/>
              </a:spcAft>
            </a:pPr>
            <a:r>
              <a:rPr lang="en-IN" sz="2300" dirty="0">
                <a:latin typeface="Times New Roman"/>
                <a:cs typeface="Times New Roman"/>
              </a:rPr>
              <a:t>A safe, read-only, beginner-friendly health monitor with a Bash terminal tool and a Flask web dashboard: real readings, validated thresholds, clear OK / WARNING alerts, and saved reports and logs.</a:t>
            </a:r>
          </a:p>
          <a:p>
            <a:pPr lvl="1">
              <a:spcAft>
                <a:spcPts val="600"/>
              </a:spcAft>
            </a:pPr>
            <a:r>
              <a:rPr lang="en-IN" sz="2300" dirty="0">
                <a:latin typeface="Times New Roman"/>
                <a:cs typeface="Times New Roman"/>
              </a:rPr>
              <a:t>Limitations: current readings and a 3-minute chart only; the service check needs systemd; local machine only; the dashboard has no login, so it listens on localhost by default.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2300" b="1" dirty="0">
                <a:latin typeface="Times New Roman"/>
                <a:cs typeface="Times New Roman"/>
              </a:rPr>
              <a:t>Future Directions</a:t>
            </a:r>
          </a:p>
          <a:p>
            <a:pPr lvl="1">
              <a:spcAft>
                <a:spcPts val="600"/>
              </a:spcAft>
            </a:pPr>
            <a:r>
              <a:rPr lang="en-IN" sz="2300" dirty="0">
                <a:latin typeface="Times New Roman"/>
                <a:cs typeface="Times New Roman"/>
              </a:rPr>
              <a:t>E-mail or desktop notifications when a threshold is crossed (cron already repeats the checks and reports)</a:t>
            </a:r>
          </a:p>
          <a:p>
            <a:pPr lvl="1">
              <a:spcAft>
                <a:spcPts val="600"/>
              </a:spcAft>
            </a:pPr>
            <a:r>
              <a:rPr lang="en-IN" sz="2300" dirty="0">
                <a:latin typeface="Times New Roman"/>
                <a:cs typeface="Times New Roman"/>
              </a:rPr>
              <a:t>Swap and disk I/O metrics</a:t>
            </a:r>
          </a:p>
          <a:p>
            <a:pPr lvl="1">
              <a:spcAft>
                <a:spcPts val="600"/>
              </a:spcAft>
            </a:pPr>
            <a:r>
              <a:rPr lang="en-IN" sz="2300" dirty="0">
                <a:latin typeface="Times New Roman"/>
                <a:cs typeface="Times New Roman"/>
              </a:rPr>
              <a:t>Monitoring several servers over SSH</a:t>
            </a:r>
          </a:p>
          <a:p>
            <a:pPr lvl="1">
              <a:spcAft>
                <a:spcPts val="600"/>
              </a:spcAft>
            </a:pPr>
            <a:r>
              <a:rPr lang="en-IN" sz="2300" dirty="0">
                <a:latin typeface="Times New Roman"/>
                <a:cs typeface="Times New Roman"/>
              </a:rPr>
              <a:t>A login for the web dashboard and a stored history for long-term charts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87833"/>
            <a:ext cx="10972800" cy="522315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marR="0" indent="-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Linux man-pages project, proc(5) manual page: the /proc filesystem. https://man7.org/linux/man-pages/man5/proc.5.html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Free Software Foundation, GNU Bash Reference Manual. https://www.gnu.org/software/bash/manual/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Linux man-pages project, manual pages for df(1), ps(1), who(1), uptime(1) and free(1). https://man7.org/linux/man-pages/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systemd project, systemctl(1) manual page. https://www.freedesktop.org/software/systemd/man/latest/systemctl.html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Canonical Ltd., Ubuntu Server documentation. https://documentation.ubuntu.com/server/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Pallets Projects, Flask documentation. https://flask.palletsprojects.com/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Ubuntu Manpages, cron(8) and crontab(5). https://manpages.ubuntu.com/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1635</Words>
  <Application>Microsoft Office PowerPoint</Application>
  <PresentationFormat>Widescreen</PresentationFormat>
  <Paragraphs>113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 Agenda  </vt:lpstr>
      <vt:lpstr>Introduction</vt:lpstr>
      <vt:lpstr>Problem Statement / Scope of the Project</vt:lpstr>
      <vt:lpstr>Proposed Idea / Solution</vt:lpstr>
      <vt:lpstr>Objectives of the Idea / Solution</vt:lpstr>
      <vt:lpstr>Hardware Requirements</vt:lpstr>
      <vt:lpstr> Software Requirements</vt:lpstr>
      <vt:lpstr> Proposed Modules</vt:lpstr>
      <vt:lpstr> Process / Flow / Design Diagram</vt:lpstr>
      <vt:lpstr> Experimentation</vt:lpstr>
      <vt:lpstr> Results and Discussion</vt:lpstr>
      <vt:lpstr> Conclusion &amp; Future Directions</vt:lpstr>
      <vt:lpstr> References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Nilesh Arya</cp:lastModifiedBy>
  <cp:revision>23</cp:revision>
  <cp:lastPrinted>2020-11-26T03:04:06Z</cp:lastPrinted>
  <dcterms:created xsi:type="dcterms:W3CDTF">2008-12-05T06:42:08Z</dcterms:created>
  <dcterms:modified xsi:type="dcterms:W3CDTF">2026-10-28T06:58:48Z</dcterms:modified>
</cp:coreProperties>
</file>